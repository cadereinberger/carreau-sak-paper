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56" d="100"/>
          <a:sy n="56" d="100"/>
        </p:scale>
        <p:origin x="9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BC753-76C6-D389-D25E-67F9635C8D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36EB84-83C3-E157-1E35-69916125DF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36989-177B-87E1-97D4-33C663313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9B29D-D28E-4B55-A1FF-D0DD23F2421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6024F-BE96-4185-4FA0-B1D07B15F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CF2A2-4DEE-70A0-470B-C9C76B698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45922-1C8B-4EDB-884B-0A42473D5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579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7AFFD-3E02-2A7E-BA4B-2E68B4380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BDC57-E74B-A85E-3944-CAF5B636E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A9FB8-7203-FD8D-00BF-8A8906C2A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9B29D-D28E-4B55-A1FF-D0DD23F2421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98B74-6819-B110-9EE8-0AC270E41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13731-8D41-3067-5CBB-9B1F492D4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45922-1C8B-4EDB-884B-0A42473D5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687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CA1B2-64F4-198C-E9AC-E942FC840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86AFB-EF18-CBE6-EFEF-56077B917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108E9-97ED-8C34-0F06-2A985D7C1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9B29D-D28E-4B55-A1FF-D0DD23F2421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A73C3-482C-DD7E-936E-6431D4A4E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33EDB-673C-E999-9E97-DD4AC97FB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45922-1C8B-4EDB-884B-0A42473D5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929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2D235-AB1D-636C-53A7-9D614EB05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FE535-84B5-5008-4CC5-43C16ADEB0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AA73F1-99EB-628D-7069-9210A57EB7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0300A-619D-E21B-E744-4009E20B3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9B29D-D28E-4B55-A1FF-D0DD23F2421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58D18A-C504-4206-97CF-8A3FBF8F7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027442-83CE-6BA0-ADC3-F6A755D26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45922-1C8B-4EDB-884B-0A42473D5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750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BDCBF-1693-945B-8DDE-42F6B382B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06A26B-FCC0-A110-988E-FB4D19E2A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B18B9A-A9ED-995C-4BCA-01A76A0C28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1BE6C3-2A21-F2D1-D302-8986EC257C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B8F39E-5961-6B73-F4E4-45CBE35BA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6CD920-B422-324D-02DE-CF612A033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9B29D-D28E-4B55-A1FF-D0DD23F2421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97ECA7-36ED-127A-4B43-3FB0DA48C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682CB4-D427-0823-B518-18F1BFEEF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45922-1C8B-4EDB-884B-0A42473D5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6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37708-07ED-1B90-2855-EA6EF6115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E01160-C6C9-7F5A-23AB-A155715B5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9B29D-D28E-4B55-A1FF-D0DD23F2421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474505-7883-2341-313D-AAEC37405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42FFA7-BB5B-1865-51C3-3148A41CE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45922-1C8B-4EDB-884B-0A42473D5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816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A8AF4D-72AC-6F82-4877-79640B2ED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9B29D-D28E-4B55-A1FF-D0DD23F2421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4C45F6-732D-8A7F-3EE8-8021599AE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4B0CB-2640-6B34-423B-5FAA618F7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45922-1C8B-4EDB-884B-0A42473D5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906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035EE-2BCE-3A37-D968-1A0BF55B5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AC7CA-CB0D-4D69-DF13-A6837CB46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98DEF8-CA2D-4AAB-6EFC-883490EBD7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30DD7B-FC7E-0882-7640-A6B6A4EB2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9B29D-D28E-4B55-A1FF-D0DD23F2421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19E30-28A7-6F73-EEED-CF2CBE965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7A76F8-AE90-1551-FF54-D833DB904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45922-1C8B-4EDB-884B-0A42473D5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77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B0209-F24D-36A8-E6FB-19D21B743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EFC40D-ACEA-1D0C-30F5-753818185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966E63-44A1-5EA5-03FD-5569E9DF0E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6FA21-EA8A-3593-4C54-61C97EE16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9B29D-D28E-4B55-A1FF-D0DD23F2421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19B59-42C0-F1EC-60A6-0A06E42D4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EC9BE0-1259-890F-CE92-6886D8682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45922-1C8B-4EDB-884B-0A42473D5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732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F6F48-2EC1-A4F2-9F20-66C9014F1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6C5C9D-1168-E5E0-881B-1019F46E46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7E6C3-4417-510F-49A3-200596993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9B29D-D28E-4B55-A1FF-D0DD23F2421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F46E1-AEDC-51FE-E04A-189F8E34F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89772-C306-8D62-B3B9-F3014280E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45922-1C8B-4EDB-884B-0A42473D5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472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A88A82-E1E7-AE01-AFF8-BB1486EE86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03B21-543C-3AEF-9F2A-54095CBF6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0B95E-01E8-EB99-2034-8D281F2D8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9B29D-D28E-4B55-A1FF-D0DD23F2421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6572E-65E5-8D50-D302-D04CE23AF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2DA7F-A1F7-02C0-EABF-123635549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45922-1C8B-4EDB-884B-0A42473D5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448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E07CA5-3E47-BA40-EB39-F07F09970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EE9C39-F4DD-3FDF-E1EF-4A1DCC9ED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45859-7F96-0971-833F-5C8A692263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59B29D-D28E-4B55-A1FF-D0DD23F2421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194E9-011C-7B95-22ED-BD65F3C94E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E36AC-1651-5B69-77B4-4DB49F8C8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B45922-1C8B-4EDB-884B-0A42473D5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830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6C9F4F5-EABF-E62D-9D59-4B14EF43061B}"/>
              </a:ext>
            </a:extLst>
          </p:cNvPr>
          <p:cNvSpPr/>
          <p:nvPr/>
        </p:nvSpPr>
        <p:spPr>
          <a:xfrm>
            <a:off x="1418601" y="576840"/>
            <a:ext cx="7272471" cy="49864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A167C46-CDBC-FFA5-4819-98434594192A}"/>
                  </a:ext>
                </a:extLst>
              </p:cNvPr>
              <p:cNvSpPr txBox="1"/>
              <p:nvPr/>
            </p:nvSpPr>
            <p:spPr>
              <a:xfrm>
                <a:off x="4731597" y="5783252"/>
                <a:ext cx="10291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|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A167C46-CDBC-FFA5-4819-984345941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1597" y="5783252"/>
                <a:ext cx="1029128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08A0A55-A6F1-876A-250D-C26E3A2A25E5}"/>
                  </a:ext>
                </a:extLst>
              </p:cNvPr>
              <p:cNvSpPr txBox="1"/>
              <p:nvPr/>
            </p:nvSpPr>
            <p:spPr>
              <a:xfrm>
                <a:off x="470094" y="2854631"/>
                <a:ext cx="81432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μ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08A0A55-A6F1-876A-250D-C26E3A2A2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094" y="2854631"/>
                <a:ext cx="81432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37683EF-1ADC-38E5-F618-7409B2906C05}"/>
                  </a:ext>
                </a:extLst>
              </p:cNvPr>
              <p:cNvSpPr txBox="1"/>
              <p:nvPr/>
            </p:nvSpPr>
            <p:spPr>
              <a:xfrm>
                <a:off x="1696340" y="2113380"/>
                <a:ext cx="157242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Newtonian Plateau,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b="0" i="1" smtClean="0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37683EF-1ADC-38E5-F618-7409B2906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340" y="2113380"/>
                <a:ext cx="1572426" cy="523220"/>
              </a:xfrm>
              <a:prstGeom prst="rect">
                <a:avLst/>
              </a:prstGeom>
              <a:blipFill>
                <a:blip r:embed="rId4"/>
                <a:stretch>
                  <a:fillRect l="-1163" t="-2326" b="-10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8CA265B-2297-9F37-50C2-7E6442252983}"/>
              </a:ext>
            </a:extLst>
          </p:cNvPr>
          <p:cNvSpPr/>
          <p:nvPr/>
        </p:nvSpPr>
        <p:spPr>
          <a:xfrm>
            <a:off x="1418601" y="1471433"/>
            <a:ext cx="7272471" cy="3164660"/>
          </a:xfrm>
          <a:custGeom>
            <a:avLst/>
            <a:gdLst>
              <a:gd name="csX0" fmla="*/ 0 w 5717137"/>
              <a:gd name="csY0" fmla="*/ 128828 h 2576291"/>
              <a:gd name="csX1" fmla="*/ 1482696 w 5717137"/>
              <a:gd name="csY1" fmla="*/ 111737 h 2576291"/>
              <a:gd name="csX2" fmla="*/ 2709017 w 5717137"/>
              <a:gd name="csY2" fmla="*/ 1329513 h 2576291"/>
              <a:gd name="csX3" fmla="*/ 3815697 w 5717137"/>
              <a:gd name="csY3" fmla="*/ 2427647 h 2576291"/>
              <a:gd name="csX4" fmla="*/ 5717137 w 5717137"/>
              <a:gd name="csY4" fmla="*/ 2572926 h 2576291"/>
              <a:gd name="csX0" fmla="*/ 0 w 5717137"/>
              <a:gd name="csY0" fmla="*/ 84135 h 2531598"/>
              <a:gd name="csX1" fmla="*/ 1952715 w 5717137"/>
              <a:gd name="csY1" fmla="*/ 148229 h 2531598"/>
              <a:gd name="csX2" fmla="*/ 2709017 w 5717137"/>
              <a:gd name="csY2" fmla="*/ 1284820 h 2531598"/>
              <a:gd name="csX3" fmla="*/ 3815697 w 5717137"/>
              <a:gd name="csY3" fmla="*/ 2382954 h 2531598"/>
              <a:gd name="csX4" fmla="*/ 5717137 w 5717137"/>
              <a:gd name="csY4" fmla="*/ 2528233 h 2531598"/>
              <a:gd name="csX0" fmla="*/ 0 w 5717137"/>
              <a:gd name="csY0" fmla="*/ 61123 h 2508586"/>
              <a:gd name="csX1" fmla="*/ 1952715 w 5717137"/>
              <a:gd name="csY1" fmla="*/ 125217 h 2508586"/>
              <a:gd name="csX2" fmla="*/ 2709017 w 5717137"/>
              <a:gd name="csY2" fmla="*/ 1261808 h 2508586"/>
              <a:gd name="csX3" fmla="*/ 3815697 w 5717137"/>
              <a:gd name="csY3" fmla="*/ 2359942 h 2508586"/>
              <a:gd name="csX4" fmla="*/ 5717137 w 5717137"/>
              <a:gd name="csY4" fmla="*/ 2505221 h 2508586"/>
              <a:gd name="csX0" fmla="*/ 0 w 5717137"/>
              <a:gd name="csY0" fmla="*/ 44422 h 2491885"/>
              <a:gd name="csX1" fmla="*/ 1952715 w 5717137"/>
              <a:gd name="csY1" fmla="*/ 108516 h 2491885"/>
              <a:gd name="csX2" fmla="*/ 2709017 w 5717137"/>
              <a:gd name="csY2" fmla="*/ 1245107 h 2491885"/>
              <a:gd name="csX3" fmla="*/ 3815697 w 5717137"/>
              <a:gd name="csY3" fmla="*/ 2343241 h 2491885"/>
              <a:gd name="csX4" fmla="*/ 5717137 w 5717137"/>
              <a:gd name="csY4" fmla="*/ 2488520 h 2491885"/>
              <a:gd name="csX0" fmla="*/ 0 w 5717137"/>
              <a:gd name="csY0" fmla="*/ 5859 h 2453322"/>
              <a:gd name="csX1" fmla="*/ 1952715 w 5717137"/>
              <a:gd name="csY1" fmla="*/ 69953 h 2453322"/>
              <a:gd name="csX2" fmla="*/ 2709017 w 5717137"/>
              <a:gd name="csY2" fmla="*/ 1206544 h 2453322"/>
              <a:gd name="csX3" fmla="*/ 3815697 w 5717137"/>
              <a:gd name="csY3" fmla="*/ 2304678 h 2453322"/>
              <a:gd name="csX4" fmla="*/ 5717137 w 5717137"/>
              <a:gd name="csY4" fmla="*/ 2449957 h 2453322"/>
              <a:gd name="csX0" fmla="*/ 0 w 5717137"/>
              <a:gd name="csY0" fmla="*/ 60359 h 2507822"/>
              <a:gd name="csX1" fmla="*/ 1952715 w 5717137"/>
              <a:gd name="csY1" fmla="*/ 124453 h 2507822"/>
              <a:gd name="csX2" fmla="*/ 2841477 w 5717137"/>
              <a:gd name="csY2" fmla="*/ 1393504 h 2507822"/>
              <a:gd name="csX3" fmla="*/ 3815697 w 5717137"/>
              <a:gd name="csY3" fmla="*/ 2359178 h 2507822"/>
              <a:gd name="csX4" fmla="*/ 5717137 w 5717137"/>
              <a:gd name="csY4" fmla="*/ 2504457 h 2507822"/>
              <a:gd name="csX0" fmla="*/ 0 w 5717137"/>
              <a:gd name="csY0" fmla="*/ 60359 h 2507822"/>
              <a:gd name="csX1" fmla="*/ 1952715 w 5717137"/>
              <a:gd name="csY1" fmla="*/ 124453 h 2507822"/>
              <a:gd name="csX2" fmla="*/ 2841477 w 5717137"/>
              <a:gd name="csY2" fmla="*/ 1393504 h 2507822"/>
              <a:gd name="csX3" fmla="*/ 3815697 w 5717137"/>
              <a:gd name="csY3" fmla="*/ 2359178 h 2507822"/>
              <a:gd name="csX4" fmla="*/ 5717137 w 5717137"/>
              <a:gd name="csY4" fmla="*/ 2504457 h 2507822"/>
              <a:gd name="csX0" fmla="*/ 0 w 5717137"/>
              <a:gd name="csY0" fmla="*/ 60359 h 2504457"/>
              <a:gd name="csX1" fmla="*/ 1952715 w 5717137"/>
              <a:gd name="csY1" fmla="*/ 124453 h 2504457"/>
              <a:gd name="csX2" fmla="*/ 2841477 w 5717137"/>
              <a:gd name="csY2" fmla="*/ 1393504 h 2504457"/>
              <a:gd name="csX3" fmla="*/ 3811424 w 5717137"/>
              <a:gd name="csY3" fmla="*/ 2342086 h 2504457"/>
              <a:gd name="csX4" fmla="*/ 5717137 w 5717137"/>
              <a:gd name="csY4" fmla="*/ 2504457 h 2504457"/>
              <a:gd name="csX0" fmla="*/ 0 w 5717137"/>
              <a:gd name="csY0" fmla="*/ 60359 h 2504457"/>
              <a:gd name="csX1" fmla="*/ 1952715 w 5717137"/>
              <a:gd name="csY1" fmla="*/ 124453 h 2504457"/>
              <a:gd name="csX2" fmla="*/ 2841477 w 5717137"/>
              <a:gd name="csY2" fmla="*/ 1393504 h 2504457"/>
              <a:gd name="csX3" fmla="*/ 3811424 w 5717137"/>
              <a:gd name="csY3" fmla="*/ 2342086 h 2504457"/>
              <a:gd name="csX4" fmla="*/ 5717137 w 5717137"/>
              <a:gd name="csY4" fmla="*/ 2504457 h 2504457"/>
              <a:gd name="csX0" fmla="*/ 0 w 5717137"/>
              <a:gd name="csY0" fmla="*/ 60359 h 2504457"/>
              <a:gd name="csX1" fmla="*/ 1952715 w 5717137"/>
              <a:gd name="csY1" fmla="*/ 124453 h 2504457"/>
              <a:gd name="csX2" fmla="*/ 2841477 w 5717137"/>
              <a:gd name="csY2" fmla="*/ 1393504 h 2504457"/>
              <a:gd name="csX3" fmla="*/ 4037888 w 5717137"/>
              <a:gd name="csY3" fmla="*/ 2504457 h 2504457"/>
              <a:gd name="csX4" fmla="*/ 5717137 w 5717137"/>
              <a:gd name="csY4" fmla="*/ 2504457 h 2504457"/>
              <a:gd name="csX0" fmla="*/ 0 w 5717137"/>
              <a:gd name="csY0" fmla="*/ 60359 h 2504457"/>
              <a:gd name="csX1" fmla="*/ 1952715 w 5717137"/>
              <a:gd name="csY1" fmla="*/ 124453 h 2504457"/>
              <a:gd name="csX2" fmla="*/ 2841477 w 5717137"/>
              <a:gd name="csY2" fmla="*/ 1393504 h 2504457"/>
              <a:gd name="csX3" fmla="*/ 4144711 w 5717137"/>
              <a:gd name="csY3" fmla="*/ 2495911 h 2504457"/>
              <a:gd name="csX4" fmla="*/ 5717137 w 5717137"/>
              <a:gd name="csY4" fmla="*/ 2504457 h 2504457"/>
              <a:gd name="csX0" fmla="*/ 0 w 5717137"/>
              <a:gd name="csY0" fmla="*/ 60359 h 2504457"/>
              <a:gd name="csX1" fmla="*/ 1914259 w 5717137"/>
              <a:gd name="csY1" fmla="*/ 124453 h 2504457"/>
              <a:gd name="csX2" fmla="*/ 2841477 w 5717137"/>
              <a:gd name="csY2" fmla="*/ 1393504 h 2504457"/>
              <a:gd name="csX3" fmla="*/ 4144711 w 5717137"/>
              <a:gd name="csY3" fmla="*/ 2495911 h 2504457"/>
              <a:gd name="csX4" fmla="*/ 5717137 w 5717137"/>
              <a:gd name="csY4" fmla="*/ 2504457 h 2504457"/>
              <a:gd name="csX0" fmla="*/ 0 w 5717137"/>
              <a:gd name="csY0" fmla="*/ 60359 h 2504457"/>
              <a:gd name="csX1" fmla="*/ 2102267 w 5717137"/>
              <a:gd name="csY1" fmla="*/ 124453 h 2504457"/>
              <a:gd name="csX2" fmla="*/ 2841477 w 5717137"/>
              <a:gd name="csY2" fmla="*/ 1393504 h 2504457"/>
              <a:gd name="csX3" fmla="*/ 4144711 w 5717137"/>
              <a:gd name="csY3" fmla="*/ 2495911 h 2504457"/>
              <a:gd name="csX4" fmla="*/ 5717137 w 5717137"/>
              <a:gd name="csY4" fmla="*/ 2504457 h 2504457"/>
              <a:gd name="csX0" fmla="*/ 0 w 5717137"/>
              <a:gd name="csY0" fmla="*/ 60359 h 2504457"/>
              <a:gd name="csX1" fmla="*/ 2102267 w 5717137"/>
              <a:gd name="csY1" fmla="*/ 124453 h 2504457"/>
              <a:gd name="csX2" fmla="*/ 2841477 w 5717137"/>
              <a:gd name="csY2" fmla="*/ 1393504 h 2504457"/>
              <a:gd name="csX3" fmla="*/ 4144711 w 5717137"/>
              <a:gd name="csY3" fmla="*/ 2495911 h 2504457"/>
              <a:gd name="csX4" fmla="*/ 5717137 w 5717137"/>
              <a:gd name="csY4" fmla="*/ 2504457 h 2504457"/>
              <a:gd name="csX0" fmla="*/ 0 w 5717137"/>
              <a:gd name="csY0" fmla="*/ 55908 h 2500006"/>
              <a:gd name="csX1" fmla="*/ 2102267 w 5717137"/>
              <a:gd name="csY1" fmla="*/ 120002 h 2500006"/>
              <a:gd name="csX2" fmla="*/ 3033757 w 5717137"/>
              <a:gd name="csY2" fmla="*/ 1324960 h 2500006"/>
              <a:gd name="csX3" fmla="*/ 4144711 w 5717137"/>
              <a:gd name="csY3" fmla="*/ 2491460 h 2500006"/>
              <a:gd name="csX4" fmla="*/ 5717137 w 5717137"/>
              <a:gd name="csY4" fmla="*/ 2500006 h 2500006"/>
              <a:gd name="csX0" fmla="*/ 0 w 5717137"/>
              <a:gd name="csY0" fmla="*/ 55908 h 2532362"/>
              <a:gd name="csX1" fmla="*/ 2102267 w 5717137"/>
              <a:gd name="csY1" fmla="*/ 120002 h 2532362"/>
              <a:gd name="csX2" fmla="*/ 3033757 w 5717137"/>
              <a:gd name="csY2" fmla="*/ 1324960 h 2532362"/>
              <a:gd name="csX3" fmla="*/ 4144711 w 5717137"/>
              <a:gd name="csY3" fmla="*/ 2491460 h 2532362"/>
              <a:gd name="csX4" fmla="*/ 5717137 w 5717137"/>
              <a:gd name="csY4" fmla="*/ 2500006 h 2532362"/>
              <a:gd name="csX0" fmla="*/ 0 w 5866689"/>
              <a:gd name="csY0" fmla="*/ 55908 h 2557328"/>
              <a:gd name="csX1" fmla="*/ 2102267 w 5866689"/>
              <a:gd name="csY1" fmla="*/ 120002 h 2557328"/>
              <a:gd name="csX2" fmla="*/ 3033757 w 5866689"/>
              <a:gd name="csY2" fmla="*/ 1324960 h 2557328"/>
              <a:gd name="csX3" fmla="*/ 4144711 w 5866689"/>
              <a:gd name="csY3" fmla="*/ 2491460 h 2557328"/>
              <a:gd name="csX4" fmla="*/ 5866689 w 5866689"/>
              <a:gd name="csY4" fmla="*/ 2555554 h 2557328"/>
              <a:gd name="csX0" fmla="*/ 0 w 5866689"/>
              <a:gd name="csY0" fmla="*/ 55908 h 2576083"/>
              <a:gd name="csX1" fmla="*/ 2102267 w 5866689"/>
              <a:gd name="csY1" fmla="*/ 120002 h 2576083"/>
              <a:gd name="csX2" fmla="*/ 3033757 w 5866689"/>
              <a:gd name="csY2" fmla="*/ 1324960 h 2576083"/>
              <a:gd name="csX3" fmla="*/ 4144711 w 5866689"/>
              <a:gd name="csY3" fmla="*/ 2491460 h 2576083"/>
              <a:gd name="csX4" fmla="*/ 5866689 w 5866689"/>
              <a:gd name="csY4" fmla="*/ 2555554 h 2576083"/>
              <a:gd name="csX0" fmla="*/ 0 w 5866689"/>
              <a:gd name="csY0" fmla="*/ 55908 h 2580734"/>
              <a:gd name="csX1" fmla="*/ 2102267 w 5866689"/>
              <a:gd name="csY1" fmla="*/ 120002 h 2580734"/>
              <a:gd name="csX2" fmla="*/ 3033757 w 5866689"/>
              <a:gd name="csY2" fmla="*/ 1324960 h 2580734"/>
              <a:gd name="csX3" fmla="*/ 4144711 w 5866689"/>
              <a:gd name="csY3" fmla="*/ 2491460 h 2580734"/>
              <a:gd name="csX4" fmla="*/ 5866689 w 5866689"/>
              <a:gd name="csY4" fmla="*/ 2555554 h 2580734"/>
              <a:gd name="csX0" fmla="*/ 0 w 5897978"/>
              <a:gd name="csY0" fmla="*/ 31114 h 2610180"/>
              <a:gd name="csX1" fmla="*/ 2133556 w 5897978"/>
              <a:gd name="csY1" fmla="*/ 149448 h 2610180"/>
              <a:gd name="csX2" fmla="*/ 3065046 w 5897978"/>
              <a:gd name="csY2" fmla="*/ 1354406 h 2610180"/>
              <a:gd name="csX3" fmla="*/ 4176000 w 5897978"/>
              <a:gd name="csY3" fmla="*/ 2520906 h 2610180"/>
              <a:gd name="csX4" fmla="*/ 5897978 w 5897978"/>
              <a:gd name="csY4" fmla="*/ 2585000 h 2610180"/>
              <a:gd name="csX0" fmla="*/ 0 w 5968378"/>
              <a:gd name="csY0" fmla="*/ 31114 h 2625931"/>
              <a:gd name="csX1" fmla="*/ 2133556 w 5968378"/>
              <a:gd name="csY1" fmla="*/ 149448 h 2625931"/>
              <a:gd name="csX2" fmla="*/ 3065046 w 5968378"/>
              <a:gd name="csY2" fmla="*/ 1354406 h 2625931"/>
              <a:gd name="csX3" fmla="*/ 4176000 w 5968378"/>
              <a:gd name="csY3" fmla="*/ 2520906 h 2625931"/>
              <a:gd name="csX4" fmla="*/ 5968378 w 5968378"/>
              <a:gd name="csY4" fmla="*/ 2615994 h 2625931"/>
              <a:gd name="csX0" fmla="*/ 0 w 5968378"/>
              <a:gd name="csY0" fmla="*/ 17345 h 2612162"/>
              <a:gd name="csX1" fmla="*/ 2133556 w 5968378"/>
              <a:gd name="csY1" fmla="*/ 135679 h 2612162"/>
              <a:gd name="csX2" fmla="*/ 3065046 w 5968378"/>
              <a:gd name="csY2" fmla="*/ 1340637 h 2612162"/>
              <a:gd name="csX3" fmla="*/ 4176000 w 5968378"/>
              <a:gd name="csY3" fmla="*/ 2507137 h 2612162"/>
              <a:gd name="csX4" fmla="*/ 5968378 w 5968378"/>
              <a:gd name="csY4" fmla="*/ 2602225 h 2612162"/>
              <a:gd name="csX0" fmla="*/ 0 w 5968378"/>
              <a:gd name="csY0" fmla="*/ 24110 h 2618927"/>
              <a:gd name="csX1" fmla="*/ 2133556 w 5968378"/>
              <a:gd name="csY1" fmla="*/ 142444 h 2618927"/>
              <a:gd name="csX2" fmla="*/ 3065046 w 5968378"/>
              <a:gd name="csY2" fmla="*/ 1347402 h 2618927"/>
              <a:gd name="csX3" fmla="*/ 4176000 w 5968378"/>
              <a:gd name="csY3" fmla="*/ 2513902 h 2618927"/>
              <a:gd name="csX4" fmla="*/ 5968378 w 5968378"/>
              <a:gd name="csY4" fmla="*/ 2608990 h 2618927"/>
              <a:gd name="csX0" fmla="*/ 0 w 5968378"/>
              <a:gd name="csY0" fmla="*/ 19934 h 2625368"/>
              <a:gd name="csX1" fmla="*/ 2133556 w 5968378"/>
              <a:gd name="csY1" fmla="*/ 148885 h 2625368"/>
              <a:gd name="csX2" fmla="*/ 3065046 w 5968378"/>
              <a:gd name="csY2" fmla="*/ 1353843 h 2625368"/>
              <a:gd name="csX3" fmla="*/ 4176000 w 5968378"/>
              <a:gd name="csY3" fmla="*/ 2520343 h 2625368"/>
              <a:gd name="csX4" fmla="*/ 5968378 w 5968378"/>
              <a:gd name="csY4" fmla="*/ 2615431 h 2625368"/>
              <a:gd name="csX0" fmla="*/ 0 w 5968378"/>
              <a:gd name="csY0" fmla="*/ 15669 h 2621103"/>
              <a:gd name="csX1" fmla="*/ 2133556 w 5968378"/>
              <a:gd name="csY1" fmla="*/ 144620 h 2621103"/>
              <a:gd name="csX2" fmla="*/ 3065046 w 5968378"/>
              <a:gd name="csY2" fmla="*/ 1349578 h 2621103"/>
              <a:gd name="csX3" fmla="*/ 4176000 w 5968378"/>
              <a:gd name="csY3" fmla="*/ 2516078 h 2621103"/>
              <a:gd name="csX4" fmla="*/ 5968378 w 5968378"/>
              <a:gd name="csY4" fmla="*/ 2611166 h 26211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968378" h="2621103">
                <a:moveTo>
                  <a:pt x="0" y="15669"/>
                </a:moveTo>
                <a:cubicBezTo>
                  <a:pt x="577393" y="25109"/>
                  <a:pt x="1622715" y="-77698"/>
                  <a:pt x="2133556" y="144620"/>
                </a:cubicBezTo>
                <a:cubicBezTo>
                  <a:pt x="2644397" y="366938"/>
                  <a:pt x="2771827" y="918166"/>
                  <a:pt x="3065046" y="1349578"/>
                </a:cubicBezTo>
                <a:cubicBezTo>
                  <a:pt x="3362724" y="1787550"/>
                  <a:pt x="3674647" y="2308843"/>
                  <a:pt x="4176000" y="2516078"/>
                </a:cubicBezTo>
                <a:cubicBezTo>
                  <a:pt x="4645388" y="2670247"/>
                  <a:pt x="5444236" y="2608317"/>
                  <a:pt x="5968378" y="2611166"/>
                </a:cubicBezTo>
              </a:path>
            </a:pathLst>
          </a:cu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6D2679C-829F-4381-4096-AD4A69313C96}"/>
              </a:ext>
            </a:extLst>
          </p:cNvPr>
          <p:cNvCxnSpPr>
            <a:cxnSpLocks/>
          </p:cNvCxnSpPr>
          <p:nvPr/>
        </p:nvCxnSpPr>
        <p:spPr>
          <a:xfrm>
            <a:off x="1418601" y="1482229"/>
            <a:ext cx="2794472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CC9A88D-EEA5-9CEF-EF61-CFBFDC62A640}"/>
              </a:ext>
            </a:extLst>
          </p:cNvPr>
          <p:cNvCxnSpPr>
            <a:cxnSpLocks/>
          </p:cNvCxnSpPr>
          <p:nvPr/>
        </p:nvCxnSpPr>
        <p:spPr>
          <a:xfrm>
            <a:off x="4213073" y="1480091"/>
            <a:ext cx="1882927" cy="315600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F40542D-9EC0-18A6-12EB-061498F19480}"/>
              </a:ext>
            </a:extLst>
          </p:cNvPr>
          <p:cNvCxnSpPr>
            <a:cxnSpLocks/>
          </p:cNvCxnSpPr>
          <p:nvPr/>
        </p:nvCxnSpPr>
        <p:spPr>
          <a:xfrm>
            <a:off x="6096000" y="4636093"/>
            <a:ext cx="2595072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12D9624B-8605-8B55-BE30-18E5EC94140A}"/>
              </a:ext>
            </a:extLst>
          </p:cNvPr>
          <p:cNvCxnSpPr/>
          <p:nvPr/>
        </p:nvCxnSpPr>
        <p:spPr>
          <a:xfrm rot="5400000" flipH="1" flipV="1">
            <a:off x="2386412" y="1834742"/>
            <a:ext cx="880217" cy="222191"/>
          </a:xfrm>
          <a:prstGeom prst="bentConnector3">
            <a:avLst>
              <a:gd name="adj1" fmla="val 48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D0C8450F-F2DF-5449-84A2-14BF59D4EB6F}"/>
              </a:ext>
            </a:extLst>
          </p:cNvPr>
          <p:cNvCxnSpPr>
            <a:cxnSpLocks/>
          </p:cNvCxnSpPr>
          <p:nvPr/>
        </p:nvCxnSpPr>
        <p:spPr>
          <a:xfrm rot="16200000" flipH="1">
            <a:off x="7838366" y="4066482"/>
            <a:ext cx="911366" cy="103261"/>
          </a:xfrm>
          <a:prstGeom prst="bentConnector3">
            <a:avLst>
              <a:gd name="adj1" fmla="val -16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782367A-D1FB-BF17-90BD-DD95799CE07F}"/>
                  </a:ext>
                </a:extLst>
              </p:cNvPr>
              <p:cNvSpPr txBox="1"/>
              <p:nvPr/>
            </p:nvSpPr>
            <p:spPr>
              <a:xfrm>
                <a:off x="7181672" y="3369671"/>
                <a:ext cx="157242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Newtonian Plateau,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b="0" i="1" smtClean="0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782367A-D1FB-BF17-90BD-DD95799CE0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672" y="3369671"/>
                <a:ext cx="1572426" cy="523220"/>
              </a:xfrm>
              <a:prstGeom prst="rect">
                <a:avLst/>
              </a:prstGeom>
              <a:blipFill>
                <a:blip r:embed="rId5"/>
                <a:stretch>
                  <a:fillRect l="-1163" t="-2326" b="-10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B81A05A-1D10-94E8-5FB7-27E7E2952C10}"/>
              </a:ext>
            </a:extLst>
          </p:cNvPr>
          <p:cNvCxnSpPr>
            <a:cxnSpLocks/>
          </p:cNvCxnSpPr>
          <p:nvPr/>
        </p:nvCxnSpPr>
        <p:spPr>
          <a:xfrm>
            <a:off x="4213073" y="1480091"/>
            <a:ext cx="108961" cy="408322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1D520573-A230-7284-3CE9-4B2203D00805}"/>
              </a:ext>
            </a:extLst>
          </p:cNvPr>
          <p:cNvCxnSpPr/>
          <p:nvPr/>
        </p:nvCxnSpPr>
        <p:spPr>
          <a:xfrm rot="5400000" flipH="1" flipV="1">
            <a:off x="5031330" y="2714959"/>
            <a:ext cx="880217" cy="222191"/>
          </a:xfrm>
          <a:prstGeom prst="bentConnector3">
            <a:avLst>
              <a:gd name="adj1" fmla="val 48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41E791FB-D528-757D-5B06-82B511CC5968}"/>
              </a:ext>
            </a:extLst>
          </p:cNvPr>
          <p:cNvSpPr txBox="1"/>
          <p:nvPr/>
        </p:nvSpPr>
        <p:spPr>
          <a:xfrm>
            <a:off x="5154536" y="2122087"/>
            <a:ext cx="1739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Power-Law Region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CEEAC08-5E43-2D79-2194-DB4D82B4E7C6}"/>
                  </a:ext>
                </a:extLst>
              </p:cNvPr>
              <p:cNvSpPr txBox="1"/>
              <p:nvPr/>
            </p:nvSpPr>
            <p:spPr>
              <a:xfrm>
                <a:off x="1645249" y="95094"/>
                <a:ext cx="681917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Carreau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Rheology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Shear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Thinning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Fluids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CEEAC08-5E43-2D79-2194-DB4D82B4E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249" y="95094"/>
                <a:ext cx="681917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46EA97B-7A4D-575C-7C31-6C01AEE55C96}"/>
                  </a:ext>
                </a:extLst>
              </p:cNvPr>
              <p:cNvSpPr txBox="1"/>
              <p:nvPr/>
            </p:nvSpPr>
            <p:spPr>
              <a:xfrm>
                <a:off x="3414046" y="5211616"/>
                <a:ext cx="138441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̇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46EA97B-7A4D-575C-7C31-6C01AEE55C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4046" y="5211616"/>
                <a:ext cx="1384418" cy="307777"/>
              </a:xfrm>
              <a:prstGeom prst="rect">
                <a:avLst/>
              </a:prstGeom>
              <a:blipFill>
                <a:blip r:embed="rId7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6109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776EF-C486-CA9F-8DEC-B78EEF609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31960C-5F39-8632-24D1-D3ACBD5CA062}"/>
              </a:ext>
            </a:extLst>
          </p:cNvPr>
          <p:cNvSpPr/>
          <p:nvPr/>
        </p:nvSpPr>
        <p:spPr>
          <a:xfrm>
            <a:off x="1418601" y="576840"/>
            <a:ext cx="7272471" cy="49864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164CC9-02E9-9A3B-93F2-86AB0161CF97}"/>
                  </a:ext>
                </a:extLst>
              </p:cNvPr>
              <p:cNvSpPr txBox="1"/>
              <p:nvPr/>
            </p:nvSpPr>
            <p:spPr>
              <a:xfrm>
                <a:off x="4731597" y="5783252"/>
                <a:ext cx="10291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|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164CC9-02E9-9A3B-93F2-86AB0161CF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1597" y="5783252"/>
                <a:ext cx="1029128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1DD301-5AB8-B79D-54A2-4005396ADC0C}"/>
                  </a:ext>
                </a:extLst>
              </p:cNvPr>
              <p:cNvSpPr txBox="1"/>
              <p:nvPr/>
            </p:nvSpPr>
            <p:spPr>
              <a:xfrm>
                <a:off x="470094" y="2854631"/>
                <a:ext cx="81432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μ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1DD301-5AB8-B79D-54A2-4005396ADC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094" y="2854631"/>
                <a:ext cx="81432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ED3CC5D-F4E0-597D-9079-042DEE81131A}"/>
                  </a:ext>
                </a:extLst>
              </p:cNvPr>
              <p:cNvSpPr txBox="1"/>
              <p:nvPr/>
            </p:nvSpPr>
            <p:spPr>
              <a:xfrm>
                <a:off x="1610883" y="3429000"/>
                <a:ext cx="157242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Newtonian Plateau,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b="0" i="1" smtClean="0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ED3CC5D-F4E0-597D-9079-042DEE811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0883" y="3429000"/>
                <a:ext cx="1572426" cy="523220"/>
              </a:xfrm>
              <a:prstGeom prst="rect">
                <a:avLst/>
              </a:prstGeom>
              <a:blipFill>
                <a:blip r:embed="rId4"/>
                <a:stretch>
                  <a:fillRect l="-1163" t="-2353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1DB372D-79F6-3534-3CD6-9E5380AF9B3A}"/>
              </a:ext>
            </a:extLst>
          </p:cNvPr>
          <p:cNvSpPr/>
          <p:nvPr/>
        </p:nvSpPr>
        <p:spPr>
          <a:xfrm>
            <a:off x="1418602" y="679337"/>
            <a:ext cx="7268447" cy="3864252"/>
          </a:xfrm>
          <a:custGeom>
            <a:avLst/>
            <a:gdLst>
              <a:gd name="csX0" fmla="*/ 0 w 5717137"/>
              <a:gd name="csY0" fmla="*/ 128828 h 2576291"/>
              <a:gd name="csX1" fmla="*/ 1482696 w 5717137"/>
              <a:gd name="csY1" fmla="*/ 111737 h 2576291"/>
              <a:gd name="csX2" fmla="*/ 2709017 w 5717137"/>
              <a:gd name="csY2" fmla="*/ 1329513 h 2576291"/>
              <a:gd name="csX3" fmla="*/ 3815697 w 5717137"/>
              <a:gd name="csY3" fmla="*/ 2427647 h 2576291"/>
              <a:gd name="csX4" fmla="*/ 5717137 w 5717137"/>
              <a:gd name="csY4" fmla="*/ 2572926 h 2576291"/>
              <a:gd name="csX0" fmla="*/ 0 w 5717137"/>
              <a:gd name="csY0" fmla="*/ 84135 h 2531598"/>
              <a:gd name="csX1" fmla="*/ 1952715 w 5717137"/>
              <a:gd name="csY1" fmla="*/ 148229 h 2531598"/>
              <a:gd name="csX2" fmla="*/ 2709017 w 5717137"/>
              <a:gd name="csY2" fmla="*/ 1284820 h 2531598"/>
              <a:gd name="csX3" fmla="*/ 3815697 w 5717137"/>
              <a:gd name="csY3" fmla="*/ 2382954 h 2531598"/>
              <a:gd name="csX4" fmla="*/ 5717137 w 5717137"/>
              <a:gd name="csY4" fmla="*/ 2528233 h 2531598"/>
              <a:gd name="csX0" fmla="*/ 0 w 5717137"/>
              <a:gd name="csY0" fmla="*/ 61123 h 2508586"/>
              <a:gd name="csX1" fmla="*/ 1952715 w 5717137"/>
              <a:gd name="csY1" fmla="*/ 125217 h 2508586"/>
              <a:gd name="csX2" fmla="*/ 2709017 w 5717137"/>
              <a:gd name="csY2" fmla="*/ 1261808 h 2508586"/>
              <a:gd name="csX3" fmla="*/ 3815697 w 5717137"/>
              <a:gd name="csY3" fmla="*/ 2359942 h 2508586"/>
              <a:gd name="csX4" fmla="*/ 5717137 w 5717137"/>
              <a:gd name="csY4" fmla="*/ 2505221 h 2508586"/>
              <a:gd name="csX0" fmla="*/ 0 w 5717137"/>
              <a:gd name="csY0" fmla="*/ 44422 h 2491885"/>
              <a:gd name="csX1" fmla="*/ 1952715 w 5717137"/>
              <a:gd name="csY1" fmla="*/ 108516 h 2491885"/>
              <a:gd name="csX2" fmla="*/ 2709017 w 5717137"/>
              <a:gd name="csY2" fmla="*/ 1245107 h 2491885"/>
              <a:gd name="csX3" fmla="*/ 3815697 w 5717137"/>
              <a:gd name="csY3" fmla="*/ 2343241 h 2491885"/>
              <a:gd name="csX4" fmla="*/ 5717137 w 5717137"/>
              <a:gd name="csY4" fmla="*/ 2488520 h 2491885"/>
              <a:gd name="csX0" fmla="*/ 0 w 5717137"/>
              <a:gd name="csY0" fmla="*/ 5859 h 2453322"/>
              <a:gd name="csX1" fmla="*/ 1952715 w 5717137"/>
              <a:gd name="csY1" fmla="*/ 69953 h 2453322"/>
              <a:gd name="csX2" fmla="*/ 2709017 w 5717137"/>
              <a:gd name="csY2" fmla="*/ 1206544 h 2453322"/>
              <a:gd name="csX3" fmla="*/ 3815697 w 5717137"/>
              <a:gd name="csY3" fmla="*/ 2304678 h 2453322"/>
              <a:gd name="csX4" fmla="*/ 5717137 w 5717137"/>
              <a:gd name="csY4" fmla="*/ 2449957 h 2453322"/>
              <a:gd name="csX0" fmla="*/ 0 w 5717137"/>
              <a:gd name="csY0" fmla="*/ 60359 h 2507822"/>
              <a:gd name="csX1" fmla="*/ 1952715 w 5717137"/>
              <a:gd name="csY1" fmla="*/ 124453 h 2507822"/>
              <a:gd name="csX2" fmla="*/ 2841477 w 5717137"/>
              <a:gd name="csY2" fmla="*/ 1393504 h 2507822"/>
              <a:gd name="csX3" fmla="*/ 3815697 w 5717137"/>
              <a:gd name="csY3" fmla="*/ 2359178 h 2507822"/>
              <a:gd name="csX4" fmla="*/ 5717137 w 5717137"/>
              <a:gd name="csY4" fmla="*/ 2504457 h 2507822"/>
              <a:gd name="csX0" fmla="*/ 0 w 5717137"/>
              <a:gd name="csY0" fmla="*/ 60359 h 2507822"/>
              <a:gd name="csX1" fmla="*/ 1952715 w 5717137"/>
              <a:gd name="csY1" fmla="*/ 124453 h 2507822"/>
              <a:gd name="csX2" fmla="*/ 2841477 w 5717137"/>
              <a:gd name="csY2" fmla="*/ 1393504 h 2507822"/>
              <a:gd name="csX3" fmla="*/ 3815697 w 5717137"/>
              <a:gd name="csY3" fmla="*/ 2359178 h 2507822"/>
              <a:gd name="csX4" fmla="*/ 5717137 w 5717137"/>
              <a:gd name="csY4" fmla="*/ 2504457 h 2507822"/>
              <a:gd name="csX0" fmla="*/ 0 w 5717137"/>
              <a:gd name="csY0" fmla="*/ 60359 h 2504457"/>
              <a:gd name="csX1" fmla="*/ 1952715 w 5717137"/>
              <a:gd name="csY1" fmla="*/ 124453 h 2504457"/>
              <a:gd name="csX2" fmla="*/ 2841477 w 5717137"/>
              <a:gd name="csY2" fmla="*/ 1393504 h 2504457"/>
              <a:gd name="csX3" fmla="*/ 3811424 w 5717137"/>
              <a:gd name="csY3" fmla="*/ 2342086 h 2504457"/>
              <a:gd name="csX4" fmla="*/ 5717137 w 5717137"/>
              <a:gd name="csY4" fmla="*/ 2504457 h 2504457"/>
              <a:gd name="csX0" fmla="*/ 0 w 5717137"/>
              <a:gd name="csY0" fmla="*/ 60359 h 2504457"/>
              <a:gd name="csX1" fmla="*/ 1952715 w 5717137"/>
              <a:gd name="csY1" fmla="*/ 124453 h 2504457"/>
              <a:gd name="csX2" fmla="*/ 2841477 w 5717137"/>
              <a:gd name="csY2" fmla="*/ 1393504 h 2504457"/>
              <a:gd name="csX3" fmla="*/ 3811424 w 5717137"/>
              <a:gd name="csY3" fmla="*/ 2342086 h 2504457"/>
              <a:gd name="csX4" fmla="*/ 5717137 w 5717137"/>
              <a:gd name="csY4" fmla="*/ 2504457 h 2504457"/>
              <a:gd name="csX0" fmla="*/ 0 w 5717137"/>
              <a:gd name="csY0" fmla="*/ 60359 h 2504457"/>
              <a:gd name="csX1" fmla="*/ 1952715 w 5717137"/>
              <a:gd name="csY1" fmla="*/ 124453 h 2504457"/>
              <a:gd name="csX2" fmla="*/ 2841477 w 5717137"/>
              <a:gd name="csY2" fmla="*/ 1393504 h 2504457"/>
              <a:gd name="csX3" fmla="*/ 4037888 w 5717137"/>
              <a:gd name="csY3" fmla="*/ 2504457 h 2504457"/>
              <a:gd name="csX4" fmla="*/ 5717137 w 5717137"/>
              <a:gd name="csY4" fmla="*/ 2504457 h 2504457"/>
              <a:gd name="csX0" fmla="*/ 0 w 5717137"/>
              <a:gd name="csY0" fmla="*/ 60359 h 2504457"/>
              <a:gd name="csX1" fmla="*/ 1952715 w 5717137"/>
              <a:gd name="csY1" fmla="*/ 124453 h 2504457"/>
              <a:gd name="csX2" fmla="*/ 2841477 w 5717137"/>
              <a:gd name="csY2" fmla="*/ 1393504 h 2504457"/>
              <a:gd name="csX3" fmla="*/ 4144711 w 5717137"/>
              <a:gd name="csY3" fmla="*/ 2495911 h 2504457"/>
              <a:gd name="csX4" fmla="*/ 5717137 w 5717137"/>
              <a:gd name="csY4" fmla="*/ 2504457 h 2504457"/>
              <a:gd name="csX0" fmla="*/ 0 w 5717137"/>
              <a:gd name="csY0" fmla="*/ 60359 h 2504457"/>
              <a:gd name="csX1" fmla="*/ 1914259 w 5717137"/>
              <a:gd name="csY1" fmla="*/ 124453 h 2504457"/>
              <a:gd name="csX2" fmla="*/ 2841477 w 5717137"/>
              <a:gd name="csY2" fmla="*/ 1393504 h 2504457"/>
              <a:gd name="csX3" fmla="*/ 4144711 w 5717137"/>
              <a:gd name="csY3" fmla="*/ 2495911 h 2504457"/>
              <a:gd name="csX4" fmla="*/ 5717137 w 5717137"/>
              <a:gd name="csY4" fmla="*/ 2504457 h 2504457"/>
              <a:gd name="csX0" fmla="*/ 0 w 5717137"/>
              <a:gd name="csY0" fmla="*/ 60359 h 2504457"/>
              <a:gd name="csX1" fmla="*/ 2102267 w 5717137"/>
              <a:gd name="csY1" fmla="*/ 124453 h 2504457"/>
              <a:gd name="csX2" fmla="*/ 2841477 w 5717137"/>
              <a:gd name="csY2" fmla="*/ 1393504 h 2504457"/>
              <a:gd name="csX3" fmla="*/ 4144711 w 5717137"/>
              <a:gd name="csY3" fmla="*/ 2495911 h 2504457"/>
              <a:gd name="csX4" fmla="*/ 5717137 w 5717137"/>
              <a:gd name="csY4" fmla="*/ 2504457 h 2504457"/>
              <a:gd name="csX0" fmla="*/ 0 w 5717137"/>
              <a:gd name="csY0" fmla="*/ 60359 h 2504457"/>
              <a:gd name="csX1" fmla="*/ 2102267 w 5717137"/>
              <a:gd name="csY1" fmla="*/ 124453 h 2504457"/>
              <a:gd name="csX2" fmla="*/ 2841477 w 5717137"/>
              <a:gd name="csY2" fmla="*/ 1393504 h 2504457"/>
              <a:gd name="csX3" fmla="*/ 4144711 w 5717137"/>
              <a:gd name="csY3" fmla="*/ 2495911 h 2504457"/>
              <a:gd name="csX4" fmla="*/ 5717137 w 5717137"/>
              <a:gd name="csY4" fmla="*/ 2504457 h 2504457"/>
              <a:gd name="csX0" fmla="*/ 0 w 5717137"/>
              <a:gd name="csY0" fmla="*/ 55908 h 2500006"/>
              <a:gd name="csX1" fmla="*/ 2102267 w 5717137"/>
              <a:gd name="csY1" fmla="*/ 120002 h 2500006"/>
              <a:gd name="csX2" fmla="*/ 3033757 w 5717137"/>
              <a:gd name="csY2" fmla="*/ 1324960 h 2500006"/>
              <a:gd name="csX3" fmla="*/ 4144711 w 5717137"/>
              <a:gd name="csY3" fmla="*/ 2491460 h 2500006"/>
              <a:gd name="csX4" fmla="*/ 5717137 w 5717137"/>
              <a:gd name="csY4" fmla="*/ 2500006 h 2500006"/>
              <a:gd name="csX0" fmla="*/ 0 w 5717137"/>
              <a:gd name="csY0" fmla="*/ 55908 h 2532362"/>
              <a:gd name="csX1" fmla="*/ 2102267 w 5717137"/>
              <a:gd name="csY1" fmla="*/ 120002 h 2532362"/>
              <a:gd name="csX2" fmla="*/ 3033757 w 5717137"/>
              <a:gd name="csY2" fmla="*/ 1324960 h 2532362"/>
              <a:gd name="csX3" fmla="*/ 4144711 w 5717137"/>
              <a:gd name="csY3" fmla="*/ 2491460 h 2532362"/>
              <a:gd name="csX4" fmla="*/ 5717137 w 5717137"/>
              <a:gd name="csY4" fmla="*/ 2500006 h 2532362"/>
              <a:gd name="csX0" fmla="*/ 0 w 5866689"/>
              <a:gd name="csY0" fmla="*/ 55908 h 2557328"/>
              <a:gd name="csX1" fmla="*/ 2102267 w 5866689"/>
              <a:gd name="csY1" fmla="*/ 120002 h 2557328"/>
              <a:gd name="csX2" fmla="*/ 3033757 w 5866689"/>
              <a:gd name="csY2" fmla="*/ 1324960 h 2557328"/>
              <a:gd name="csX3" fmla="*/ 4144711 w 5866689"/>
              <a:gd name="csY3" fmla="*/ 2491460 h 2557328"/>
              <a:gd name="csX4" fmla="*/ 5866689 w 5866689"/>
              <a:gd name="csY4" fmla="*/ 2555554 h 2557328"/>
              <a:gd name="csX0" fmla="*/ 0 w 5866689"/>
              <a:gd name="csY0" fmla="*/ 55908 h 2576083"/>
              <a:gd name="csX1" fmla="*/ 2102267 w 5866689"/>
              <a:gd name="csY1" fmla="*/ 120002 h 2576083"/>
              <a:gd name="csX2" fmla="*/ 3033757 w 5866689"/>
              <a:gd name="csY2" fmla="*/ 1324960 h 2576083"/>
              <a:gd name="csX3" fmla="*/ 4144711 w 5866689"/>
              <a:gd name="csY3" fmla="*/ 2491460 h 2576083"/>
              <a:gd name="csX4" fmla="*/ 5866689 w 5866689"/>
              <a:gd name="csY4" fmla="*/ 2555554 h 2576083"/>
              <a:gd name="csX0" fmla="*/ 0 w 5866689"/>
              <a:gd name="csY0" fmla="*/ 55908 h 2580734"/>
              <a:gd name="csX1" fmla="*/ 2102267 w 5866689"/>
              <a:gd name="csY1" fmla="*/ 120002 h 2580734"/>
              <a:gd name="csX2" fmla="*/ 3033757 w 5866689"/>
              <a:gd name="csY2" fmla="*/ 1324960 h 2580734"/>
              <a:gd name="csX3" fmla="*/ 4144711 w 5866689"/>
              <a:gd name="csY3" fmla="*/ 2491460 h 2580734"/>
              <a:gd name="csX4" fmla="*/ 5866689 w 5866689"/>
              <a:gd name="csY4" fmla="*/ 2555554 h 2580734"/>
              <a:gd name="csX0" fmla="*/ 0 w 5897978"/>
              <a:gd name="csY0" fmla="*/ 31114 h 2610180"/>
              <a:gd name="csX1" fmla="*/ 2133556 w 5897978"/>
              <a:gd name="csY1" fmla="*/ 149448 h 2610180"/>
              <a:gd name="csX2" fmla="*/ 3065046 w 5897978"/>
              <a:gd name="csY2" fmla="*/ 1354406 h 2610180"/>
              <a:gd name="csX3" fmla="*/ 4176000 w 5897978"/>
              <a:gd name="csY3" fmla="*/ 2520906 h 2610180"/>
              <a:gd name="csX4" fmla="*/ 5897978 w 5897978"/>
              <a:gd name="csY4" fmla="*/ 2585000 h 2610180"/>
              <a:gd name="csX0" fmla="*/ 0 w 5968378"/>
              <a:gd name="csY0" fmla="*/ 31114 h 2625931"/>
              <a:gd name="csX1" fmla="*/ 2133556 w 5968378"/>
              <a:gd name="csY1" fmla="*/ 149448 h 2625931"/>
              <a:gd name="csX2" fmla="*/ 3065046 w 5968378"/>
              <a:gd name="csY2" fmla="*/ 1354406 h 2625931"/>
              <a:gd name="csX3" fmla="*/ 4176000 w 5968378"/>
              <a:gd name="csY3" fmla="*/ 2520906 h 2625931"/>
              <a:gd name="csX4" fmla="*/ 5968378 w 5968378"/>
              <a:gd name="csY4" fmla="*/ 2615994 h 2625931"/>
              <a:gd name="csX0" fmla="*/ 0 w 5968378"/>
              <a:gd name="csY0" fmla="*/ 17345 h 2612162"/>
              <a:gd name="csX1" fmla="*/ 2133556 w 5968378"/>
              <a:gd name="csY1" fmla="*/ 135679 h 2612162"/>
              <a:gd name="csX2" fmla="*/ 3065046 w 5968378"/>
              <a:gd name="csY2" fmla="*/ 1340637 h 2612162"/>
              <a:gd name="csX3" fmla="*/ 4176000 w 5968378"/>
              <a:gd name="csY3" fmla="*/ 2507137 h 2612162"/>
              <a:gd name="csX4" fmla="*/ 5968378 w 5968378"/>
              <a:gd name="csY4" fmla="*/ 2602225 h 2612162"/>
              <a:gd name="csX0" fmla="*/ 0 w 5968378"/>
              <a:gd name="csY0" fmla="*/ 24110 h 2618927"/>
              <a:gd name="csX1" fmla="*/ 2133556 w 5968378"/>
              <a:gd name="csY1" fmla="*/ 142444 h 2618927"/>
              <a:gd name="csX2" fmla="*/ 3065046 w 5968378"/>
              <a:gd name="csY2" fmla="*/ 1347402 h 2618927"/>
              <a:gd name="csX3" fmla="*/ 4176000 w 5968378"/>
              <a:gd name="csY3" fmla="*/ 2513902 h 2618927"/>
              <a:gd name="csX4" fmla="*/ 5968378 w 5968378"/>
              <a:gd name="csY4" fmla="*/ 2608990 h 2618927"/>
              <a:gd name="csX0" fmla="*/ 0 w 5968378"/>
              <a:gd name="csY0" fmla="*/ 19934 h 2625368"/>
              <a:gd name="csX1" fmla="*/ 2133556 w 5968378"/>
              <a:gd name="csY1" fmla="*/ 148885 h 2625368"/>
              <a:gd name="csX2" fmla="*/ 3065046 w 5968378"/>
              <a:gd name="csY2" fmla="*/ 1353843 h 2625368"/>
              <a:gd name="csX3" fmla="*/ 4176000 w 5968378"/>
              <a:gd name="csY3" fmla="*/ 2520343 h 2625368"/>
              <a:gd name="csX4" fmla="*/ 5968378 w 5968378"/>
              <a:gd name="csY4" fmla="*/ 2615431 h 2625368"/>
              <a:gd name="csX0" fmla="*/ 0 w 5968378"/>
              <a:gd name="csY0" fmla="*/ 15669 h 2621103"/>
              <a:gd name="csX1" fmla="*/ 2133556 w 5968378"/>
              <a:gd name="csY1" fmla="*/ 144620 h 2621103"/>
              <a:gd name="csX2" fmla="*/ 3065046 w 5968378"/>
              <a:gd name="csY2" fmla="*/ 1349578 h 2621103"/>
              <a:gd name="csX3" fmla="*/ 4176000 w 5968378"/>
              <a:gd name="csY3" fmla="*/ 2516078 h 2621103"/>
              <a:gd name="csX4" fmla="*/ 5968378 w 5968378"/>
              <a:gd name="csY4" fmla="*/ 2611166 h 2621103"/>
              <a:gd name="csX0" fmla="*/ 0 w 5968378"/>
              <a:gd name="csY0" fmla="*/ 62715 h 2668149"/>
              <a:gd name="csX1" fmla="*/ 2130049 w 5968378"/>
              <a:gd name="csY1" fmla="*/ 110269 h 2668149"/>
              <a:gd name="csX2" fmla="*/ 3065046 w 5968378"/>
              <a:gd name="csY2" fmla="*/ 1396624 h 2668149"/>
              <a:gd name="csX3" fmla="*/ 4176000 w 5968378"/>
              <a:gd name="csY3" fmla="*/ 2563124 h 2668149"/>
              <a:gd name="csX4" fmla="*/ 5968378 w 5968378"/>
              <a:gd name="csY4" fmla="*/ 2658212 h 2668149"/>
              <a:gd name="csX0" fmla="*/ 0 w 5968378"/>
              <a:gd name="csY0" fmla="*/ 69253 h 2674687"/>
              <a:gd name="csX1" fmla="*/ 2130049 w 5968378"/>
              <a:gd name="csY1" fmla="*/ 116807 h 2674687"/>
              <a:gd name="csX2" fmla="*/ 3019256 w 5968378"/>
              <a:gd name="csY2" fmla="*/ 87685 h 2674687"/>
              <a:gd name="csX3" fmla="*/ 3065046 w 5968378"/>
              <a:gd name="csY3" fmla="*/ 1403162 h 2674687"/>
              <a:gd name="csX4" fmla="*/ 4176000 w 5968378"/>
              <a:gd name="csY4" fmla="*/ 2569662 h 2674687"/>
              <a:gd name="csX5" fmla="*/ 5968378 w 5968378"/>
              <a:gd name="csY5" fmla="*/ 2664750 h 2674687"/>
              <a:gd name="csX0" fmla="*/ 0 w 5968378"/>
              <a:gd name="csY0" fmla="*/ 222134 h 2827568"/>
              <a:gd name="csX1" fmla="*/ 2130049 w 5968378"/>
              <a:gd name="csY1" fmla="*/ 269688 h 2827568"/>
              <a:gd name="csX2" fmla="*/ 3082376 w 5968378"/>
              <a:gd name="csY2" fmla="*/ 63616 h 2827568"/>
              <a:gd name="csX3" fmla="*/ 3065046 w 5968378"/>
              <a:gd name="csY3" fmla="*/ 1556043 h 2827568"/>
              <a:gd name="csX4" fmla="*/ 4176000 w 5968378"/>
              <a:gd name="csY4" fmla="*/ 2722543 h 2827568"/>
              <a:gd name="csX5" fmla="*/ 5968378 w 5968378"/>
              <a:gd name="csY5" fmla="*/ 2817631 h 2827568"/>
              <a:gd name="csX0" fmla="*/ 0 w 5964872"/>
              <a:gd name="csY0" fmla="*/ 2790487 h 2911549"/>
              <a:gd name="csX1" fmla="*/ 2126543 w 5964872"/>
              <a:gd name="csY1" fmla="*/ 353669 h 2911549"/>
              <a:gd name="csX2" fmla="*/ 3078870 w 5964872"/>
              <a:gd name="csY2" fmla="*/ 147597 h 2911549"/>
              <a:gd name="csX3" fmla="*/ 3061540 w 5964872"/>
              <a:gd name="csY3" fmla="*/ 1640024 h 2911549"/>
              <a:gd name="csX4" fmla="*/ 4172494 w 5964872"/>
              <a:gd name="csY4" fmla="*/ 2806524 h 2911549"/>
              <a:gd name="csX5" fmla="*/ 5964872 w 5964872"/>
              <a:gd name="csY5" fmla="*/ 2901612 h 2911549"/>
              <a:gd name="csX0" fmla="*/ 0 w 5964872"/>
              <a:gd name="csY0" fmla="*/ 2658088 h 2779150"/>
              <a:gd name="csX1" fmla="*/ 2764761 w 5964872"/>
              <a:gd name="csY1" fmla="*/ 2358821 h 2779150"/>
              <a:gd name="csX2" fmla="*/ 3078870 w 5964872"/>
              <a:gd name="csY2" fmla="*/ 15198 h 2779150"/>
              <a:gd name="csX3" fmla="*/ 3061540 w 5964872"/>
              <a:gd name="csY3" fmla="*/ 1507625 h 2779150"/>
              <a:gd name="csX4" fmla="*/ 4172494 w 5964872"/>
              <a:gd name="csY4" fmla="*/ 2674125 h 2779150"/>
              <a:gd name="csX5" fmla="*/ 5964872 w 5964872"/>
              <a:gd name="csY5" fmla="*/ 2769213 h 2779150"/>
              <a:gd name="csX0" fmla="*/ 0 w 5964872"/>
              <a:gd name="csY0" fmla="*/ 2658088 h 2779150"/>
              <a:gd name="csX1" fmla="*/ 2764761 w 5964872"/>
              <a:gd name="csY1" fmla="*/ 2358821 h 2779150"/>
              <a:gd name="csX2" fmla="*/ 3078870 w 5964872"/>
              <a:gd name="csY2" fmla="*/ 15198 h 2779150"/>
              <a:gd name="csX3" fmla="*/ 4138093 w 5964872"/>
              <a:gd name="csY3" fmla="*/ 1051095 h 2779150"/>
              <a:gd name="csX4" fmla="*/ 4172494 w 5964872"/>
              <a:gd name="csY4" fmla="*/ 2674125 h 2779150"/>
              <a:gd name="csX5" fmla="*/ 5964872 w 5964872"/>
              <a:gd name="csY5" fmla="*/ 2769213 h 2779150"/>
              <a:gd name="csX0" fmla="*/ 0 w 5964872"/>
              <a:gd name="csY0" fmla="*/ 2503294 h 2624356"/>
              <a:gd name="csX1" fmla="*/ 2764761 w 5964872"/>
              <a:gd name="csY1" fmla="*/ 2204027 h 2624356"/>
              <a:gd name="csX2" fmla="*/ 4502584 w 5964872"/>
              <a:gd name="csY2" fmla="*/ 16120 h 2624356"/>
              <a:gd name="csX3" fmla="*/ 4138093 w 5964872"/>
              <a:gd name="csY3" fmla="*/ 896301 h 2624356"/>
              <a:gd name="csX4" fmla="*/ 4172494 w 5964872"/>
              <a:gd name="csY4" fmla="*/ 2519331 h 2624356"/>
              <a:gd name="csX5" fmla="*/ 5964872 w 5964872"/>
              <a:gd name="csY5" fmla="*/ 2614419 h 2624356"/>
              <a:gd name="csX0" fmla="*/ 0 w 5964872"/>
              <a:gd name="csY0" fmla="*/ 3432349 h 3553411"/>
              <a:gd name="csX1" fmla="*/ 2764761 w 5964872"/>
              <a:gd name="csY1" fmla="*/ 3133082 h 3553411"/>
              <a:gd name="csX2" fmla="*/ 4502584 w 5964872"/>
              <a:gd name="csY2" fmla="*/ 945175 h 3553411"/>
              <a:gd name="csX3" fmla="*/ 5505700 w 5964872"/>
              <a:gd name="csY3" fmla="*/ 73555 h 3553411"/>
              <a:gd name="csX4" fmla="*/ 4172494 w 5964872"/>
              <a:gd name="csY4" fmla="*/ 3448386 h 3553411"/>
              <a:gd name="csX5" fmla="*/ 5964872 w 5964872"/>
              <a:gd name="csY5" fmla="*/ 3543474 h 3553411"/>
              <a:gd name="csX0" fmla="*/ 0 w 5964872"/>
              <a:gd name="csY0" fmla="*/ 3457142 h 3578204"/>
              <a:gd name="csX1" fmla="*/ 2764761 w 5964872"/>
              <a:gd name="csY1" fmla="*/ 3157875 h 3578204"/>
              <a:gd name="csX2" fmla="*/ 4502584 w 5964872"/>
              <a:gd name="csY2" fmla="*/ 969968 h 3578204"/>
              <a:gd name="csX3" fmla="*/ 5505700 w 5964872"/>
              <a:gd name="csY3" fmla="*/ 98348 h 3578204"/>
              <a:gd name="csX4" fmla="*/ 4172494 w 5964872"/>
              <a:gd name="csY4" fmla="*/ 3473179 h 3578204"/>
              <a:gd name="csX5" fmla="*/ 5964872 w 5964872"/>
              <a:gd name="csY5" fmla="*/ 3568267 h 3578204"/>
              <a:gd name="csX0" fmla="*/ 0 w 5964872"/>
              <a:gd name="csY0" fmla="*/ 3457142 h 3578204"/>
              <a:gd name="csX1" fmla="*/ 2764761 w 5964872"/>
              <a:gd name="csY1" fmla="*/ 3157875 h 3578204"/>
              <a:gd name="csX2" fmla="*/ 4502584 w 5964872"/>
              <a:gd name="csY2" fmla="*/ 969968 h 3578204"/>
              <a:gd name="csX3" fmla="*/ 5505700 w 5964872"/>
              <a:gd name="csY3" fmla="*/ 98348 h 3578204"/>
              <a:gd name="csX4" fmla="*/ 4172494 w 5964872"/>
              <a:gd name="csY4" fmla="*/ 3473179 h 3578204"/>
              <a:gd name="csX5" fmla="*/ 5964872 w 5964872"/>
              <a:gd name="csY5" fmla="*/ 3568267 h 3578204"/>
              <a:gd name="csX0" fmla="*/ 0 w 5964872"/>
              <a:gd name="csY0" fmla="*/ 3406907 h 3527969"/>
              <a:gd name="csX1" fmla="*/ 2764761 w 5964872"/>
              <a:gd name="csY1" fmla="*/ 3107640 h 3527969"/>
              <a:gd name="csX2" fmla="*/ 4137889 w 5964872"/>
              <a:gd name="csY2" fmla="*/ 1443504 h 3527969"/>
              <a:gd name="csX3" fmla="*/ 5505700 w 5964872"/>
              <a:gd name="csY3" fmla="*/ 48113 h 3527969"/>
              <a:gd name="csX4" fmla="*/ 4172494 w 5964872"/>
              <a:gd name="csY4" fmla="*/ 3422944 h 3527969"/>
              <a:gd name="csX5" fmla="*/ 5964872 w 5964872"/>
              <a:gd name="csY5" fmla="*/ 3518032 h 3527969"/>
              <a:gd name="csX0" fmla="*/ 0 w 5964872"/>
              <a:gd name="csY0" fmla="*/ 3383986 h 3505048"/>
              <a:gd name="csX1" fmla="*/ 2764761 w 5964872"/>
              <a:gd name="csY1" fmla="*/ 3084719 h 3505048"/>
              <a:gd name="csX2" fmla="*/ 3941514 w 5964872"/>
              <a:gd name="csY2" fmla="*/ 1845261 h 3505048"/>
              <a:gd name="csX3" fmla="*/ 5505700 w 5964872"/>
              <a:gd name="csY3" fmla="*/ 25192 h 3505048"/>
              <a:gd name="csX4" fmla="*/ 4172494 w 5964872"/>
              <a:gd name="csY4" fmla="*/ 3400023 h 3505048"/>
              <a:gd name="csX5" fmla="*/ 5964872 w 5964872"/>
              <a:gd name="csY5" fmla="*/ 3495111 h 3505048"/>
              <a:gd name="csX0" fmla="*/ 0 w 5964872"/>
              <a:gd name="csY0" fmla="*/ 2938330 h 3059392"/>
              <a:gd name="csX1" fmla="*/ 2764761 w 5964872"/>
              <a:gd name="csY1" fmla="*/ 2639063 h 3059392"/>
              <a:gd name="csX2" fmla="*/ 3941514 w 5964872"/>
              <a:gd name="csY2" fmla="*/ 1399605 h 3059392"/>
              <a:gd name="csX3" fmla="*/ 4986711 w 5964872"/>
              <a:gd name="csY3" fmla="*/ 32526 h 3059392"/>
              <a:gd name="csX4" fmla="*/ 4172494 w 5964872"/>
              <a:gd name="csY4" fmla="*/ 2954367 h 3059392"/>
              <a:gd name="csX5" fmla="*/ 5964872 w 5964872"/>
              <a:gd name="csY5" fmla="*/ 3049455 h 3059392"/>
              <a:gd name="csX0" fmla="*/ 0 w 5964872"/>
              <a:gd name="csY0" fmla="*/ 2912123 h 3033185"/>
              <a:gd name="csX1" fmla="*/ 2764761 w 5964872"/>
              <a:gd name="csY1" fmla="*/ 2612856 h 3033185"/>
              <a:gd name="csX2" fmla="*/ 3941514 w 5964872"/>
              <a:gd name="csY2" fmla="*/ 1373398 h 3033185"/>
              <a:gd name="csX3" fmla="*/ 4986711 w 5964872"/>
              <a:gd name="csY3" fmla="*/ 6319 h 3033185"/>
              <a:gd name="csX4" fmla="*/ 4172494 w 5964872"/>
              <a:gd name="csY4" fmla="*/ 2928160 h 3033185"/>
              <a:gd name="csX5" fmla="*/ 5964872 w 5964872"/>
              <a:gd name="csY5" fmla="*/ 3023248 h 3033185"/>
              <a:gd name="csX0" fmla="*/ 0 w 5964872"/>
              <a:gd name="csY0" fmla="*/ 2941804 h 3052929"/>
              <a:gd name="csX1" fmla="*/ 2764761 w 5964872"/>
              <a:gd name="csY1" fmla="*/ 2642537 h 3052929"/>
              <a:gd name="csX2" fmla="*/ 3941514 w 5964872"/>
              <a:gd name="csY2" fmla="*/ 1403079 h 3052929"/>
              <a:gd name="csX3" fmla="*/ 4986711 w 5964872"/>
              <a:gd name="csY3" fmla="*/ 36000 h 3052929"/>
              <a:gd name="csX4" fmla="*/ 5964872 w 5964872"/>
              <a:gd name="csY4" fmla="*/ 3052929 h 3052929"/>
              <a:gd name="csX0" fmla="*/ 0 w 4986711"/>
              <a:gd name="csY0" fmla="*/ 2941804 h 2944201"/>
              <a:gd name="csX1" fmla="*/ 2764761 w 4986711"/>
              <a:gd name="csY1" fmla="*/ 2642537 h 2944201"/>
              <a:gd name="csX2" fmla="*/ 3941514 w 4986711"/>
              <a:gd name="csY2" fmla="*/ 1403079 h 2944201"/>
              <a:gd name="csX3" fmla="*/ 4986711 w 4986711"/>
              <a:gd name="csY3" fmla="*/ 36000 h 2944201"/>
              <a:gd name="csX0" fmla="*/ 0 w 4986711"/>
              <a:gd name="csY0" fmla="*/ 2941804 h 2963263"/>
              <a:gd name="csX1" fmla="*/ 2571893 w 4986711"/>
              <a:gd name="csY1" fmla="*/ 2773480 h 2963263"/>
              <a:gd name="csX2" fmla="*/ 3941514 w 4986711"/>
              <a:gd name="csY2" fmla="*/ 1403079 h 2963263"/>
              <a:gd name="csX3" fmla="*/ 4986711 w 4986711"/>
              <a:gd name="csY3" fmla="*/ 36000 h 2963263"/>
              <a:gd name="csX0" fmla="*/ 0 w 4986711"/>
              <a:gd name="csY0" fmla="*/ 2941804 h 3035552"/>
              <a:gd name="csX1" fmla="*/ 2007317 w 4986711"/>
              <a:gd name="csY1" fmla="*/ 2907962 h 3035552"/>
              <a:gd name="csX2" fmla="*/ 3941514 w 4986711"/>
              <a:gd name="csY2" fmla="*/ 1403079 h 3035552"/>
              <a:gd name="csX3" fmla="*/ 4986711 w 4986711"/>
              <a:gd name="csY3" fmla="*/ 36000 h 3035552"/>
              <a:gd name="csX0" fmla="*/ 0 w 4986711"/>
              <a:gd name="csY0" fmla="*/ 2941804 h 2941804"/>
              <a:gd name="csX1" fmla="*/ 2007317 w 4986711"/>
              <a:gd name="csY1" fmla="*/ 2907962 h 2941804"/>
              <a:gd name="csX2" fmla="*/ 3941514 w 4986711"/>
              <a:gd name="csY2" fmla="*/ 1403079 h 2941804"/>
              <a:gd name="csX3" fmla="*/ 4986711 w 4986711"/>
              <a:gd name="csY3" fmla="*/ 36000 h 2941804"/>
              <a:gd name="csX0" fmla="*/ 0 w 4986711"/>
              <a:gd name="csY0" fmla="*/ 2941804 h 2941804"/>
              <a:gd name="csX1" fmla="*/ 2007317 w 4986711"/>
              <a:gd name="csY1" fmla="*/ 2907962 h 2941804"/>
              <a:gd name="csX2" fmla="*/ 3489153 w 4986711"/>
              <a:gd name="csY2" fmla="*/ 1930351 h 2941804"/>
              <a:gd name="csX3" fmla="*/ 3941514 w 4986711"/>
              <a:gd name="csY3" fmla="*/ 1403079 h 2941804"/>
              <a:gd name="csX4" fmla="*/ 4986711 w 4986711"/>
              <a:gd name="csY4" fmla="*/ 36000 h 2941804"/>
              <a:gd name="csX0" fmla="*/ 0 w 4986711"/>
              <a:gd name="csY0" fmla="*/ 2941804 h 2949878"/>
              <a:gd name="csX1" fmla="*/ 2007317 w 4986711"/>
              <a:gd name="csY1" fmla="*/ 2907962 h 2949878"/>
              <a:gd name="csX2" fmla="*/ 3240179 w 4986711"/>
              <a:gd name="csY2" fmla="*/ 2482434 h 2949878"/>
              <a:gd name="csX3" fmla="*/ 3941514 w 4986711"/>
              <a:gd name="csY3" fmla="*/ 1403079 h 2949878"/>
              <a:gd name="csX4" fmla="*/ 4986711 w 4986711"/>
              <a:gd name="csY4" fmla="*/ 36000 h 2949878"/>
              <a:gd name="csX0" fmla="*/ 0 w 4986711"/>
              <a:gd name="csY0" fmla="*/ 2942625 h 2950699"/>
              <a:gd name="csX1" fmla="*/ 2007317 w 4986711"/>
              <a:gd name="csY1" fmla="*/ 2908783 h 2950699"/>
              <a:gd name="csX2" fmla="*/ 3240179 w 4986711"/>
              <a:gd name="csY2" fmla="*/ 2483255 h 2950699"/>
              <a:gd name="csX3" fmla="*/ 3962554 w 4986711"/>
              <a:gd name="csY3" fmla="*/ 1368510 h 2950699"/>
              <a:gd name="csX4" fmla="*/ 4986711 w 4986711"/>
              <a:gd name="csY4" fmla="*/ 36821 h 2950699"/>
              <a:gd name="csX0" fmla="*/ 0 w 4986711"/>
              <a:gd name="csY0" fmla="*/ 2941987 h 2950061"/>
              <a:gd name="csX1" fmla="*/ 2007317 w 4986711"/>
              <a:gd name="csY1" fmla="*/ 2908145 h 2950061"/>
              <a:gd name="csX2" fmla="*/ 3240179 w 4986711"/>
              <a:gd name="csY2" fmla="*/ 2482617 h 2950061"/>
              <a:gd name="csX3" fmla="*/ 3962554 w 4986711"/>
              <a:gd name="csY3" fmla="*/ 1367872 h 2950061"/>
              <a:gd name="csX4" fmla="*/ 4986711 w 4986711"/>
              <a:gd name="csY4" fmla="*/ 36183 h 2950061"/>
              <a:gd name="csX0" fmla="*/ 0 w 4986711"/>
              <a:gd name="csY0" fmla="*/ 2941987 h 2950061"/>
              <a:gd name="csX1" fmla="*/ 2007317 w 4986711"/>
              <a:gd name="csY1" fmla="*/ 2908145 h 2950061"/>
              <a:gd name="csX2" fmla="*/ 3240179 w 4986711"/>
              <a:gd name="csY2" fmla="*/ 2482617 h 2950061"/>
              <a:gd name="csX3" fmla="*/ 3962554 w 4986711"/>
              <a:gd name="csY3" fmla="*/ 1367872 h 2950061"/>
              <a:gd name="csX4" fmla="*/ 4986711 w 4986711"/>
              <a:gd name="csY4" fmla="*/ 36183 h 2950061"/>
              <a:gd name="csX0" fmla="*/ 0 w 4986711"/>
              <a:gd name="csY0" fmla="*/ 2940808 h 2948882"/>
              <a:gd name="csX1" fmla="*/ 2007317 w 4986711"/>
              <a:gd name="csY1" fmla="*/ 2906966 h 2948882"/>
              <a:gd name="csX2" fmla="*/ 3240179 w 4986711"/>
              <a:gd name="csY2" fmla="*/ 2481438 h 2948882"/>
              <a:gd name="csX3" fmla="*/ 4018661 w 4986711"/>
              <a:gd name="csY3" fmla="*/ 1419777 h 2948882"/>
              <a:gd name="csX4" fmla="*/ 4986711 w 4986711"/>
              <a:gd name="csY4" fmla="*/ 35004 h 2948882"/>
              <a:gd name="csX0" fmla="*/ 0 w 4986711"/>
              <a:gd name="csY0" fmla="*/ 2939281 h 2947355"/>
              <a:gd name="csX1" fmla="*/ 2007317 w 4986711"/>
              <a:gd name="csY1" fmla="*/ 2905439 h 2947355"/>
              <a:gd name="csX2" fmla="*/ 3240179 w 4986711"/>
              <a:gd name="csY2" fmla="*/ 2479911 h 2947355"/>
              <a:gd name="csX3" fmla="*/ 4165942 w 4986711"/>
              <a:gd name="csY3" fmla="*/ 1492569 h 2947355"/>
              <a:gd name="csX4" fmla="*/ 4986711 w 4986711"/>
              <a:gd name="csY4" fmla="*/ 33477 h 2947355"/>
              <a:gd name="csX0" fmla="*/ 0 w 5453100"/>
              <a:gd name="csY0" fmla="*/ 2693801 h 2701875"/>
              <a:gd name="csX1" fmla="*/ 2007317 w 5453100"/>
              <a:gd name="csY1" fmla="*/ 2659959 h 2701875"/>
              <a:gd name="csX2" fmla="*/ 3240179 w 5453100"/>
              <a:gd name="csY2" fmla="*/ 2234431 h 2701875"/>
              <a:gd name="csX3" fmla="*/ 4165942 w 5453100"/>
              <a:gd name="csY3" fmla="*/ 1247089 h 2701875"/>
              <a:gd name="csX4" fmla="*/ 5453100 w 5453100"/>
              <a:gd name="csY4" fmla="*/ 39265 h 2701875"/>
              <a:gd name="csX0" fmla="*/ 0 w 5453100"/>
              <a:gd name="csY0" fmla="*/ 2654536 h 2662610"/>
              <a:gd name="csX1" fmla="*/ 2007317 w 5453100"/>
              <a:gd name="csY1" fmla="*/ 2620694 h 2662610"/>
              <a:gd name="csX2" fmla="*/ 3240179 w 5453100"/>
              <a:gd name="csY2" fmla="*/ 2195166 h 2662610"/>
              <a:gd name="csX3" fmla="*/ 4165942 w 5453100"/>
              <a:gd name="csY3" fmla="*/ 1207824 h 2662610"/>
              <a:gd name="csX4" fmla="*/ 5453100 w 5453100"/>
              <a:gd name="csY4" fmla="*/ 0 h 2662610"/>
              <a:gd name="csX0" fmla="*/ 0 w 5453100"/>
              <a:gd name="csY0" fmla="*/ 2654536 h 2662610"/>
              <a:gd name="csX1" fmla="*/ 2007317 w 5453100"/>
              <a:gd name="csY1" fmla="*/ 2620694 h 2662610"/>
              <a:gd name="csX2" fmla="*/ 3240179 w 5453100"/>
              <a:gd name="csY2" fmla="*/ 2195166 h 2662610"/>
              <a:gd name="csX3" fmla="*/ 4201009 w 5453100"/>
              <a:gd name="csY3" fmla="*/ 1214902 h 2662610"/>
              <a:gd name="csX4" fmla="*/ 5453100 w 5453100"/>
              <a:gd name="csY4" fmla="*/ 0 h 2662610"/>
              <a:gd name="csX0" fmla="*/ 0 w 5453100"/>
              <a:gd name="csY0" fmla="*/ 2654536 h 2662610"/>
              <a:gd name="csX1" fmla="*/ 2007317 w 5453100"/>
              <a:gd name="csY1" fmla="*/ 2620694 h 2662610"/>
              <a:gd name="csX2" fmla="*/ 3240179 w 5453100"/>
              <a:gd name="csY2" fmla="*/ 2195166 h 2662610"/>
              <a:gd name="csX3" fmla="*/ 4253609 w 5453100"/>
              <a:gd name="csY3" fmla="*/ 1232597 h 2662610"/>
              <a:gd name="csX4" fmla="*/ 5453100 w 5453100"/>
              <a:gd name="csY4" fmla="*/ 0 h 2662610"/>
              <a:gd name="csX0" fmla="*/ 0 w 5965076"/>
              <a:gd name="csY0" fmla="*/ 3192463 h 3200537"/>
              <a:gd name="csX1" fmla="*/ 2007317 w 5965076"/>
              <a:gd name="csY1" fmla="*/ 3158621 h 3200537"/>
              <a:gd name="csX2" fmla="*/ 3240179 w 5965076"/>
              <a:gd name="csY2" fmla="*/ 2733093 h 3200537"/>
              <a:gd name="csX3" fmla="*/ 4253609 w 5965076"/>
              <a:gd name="csY3" fmla="*/ 1770524 h 3200537"/>
              <a:gd name="csX4" fmla="*/ 5965076 w 5965076"/>
              <a:gd name="csY4" fmla="*/ 0 h 32005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965076" h="3200537">
                <a:moveTo>
                  <a:pt x="0" y="3192463"/>
                </a:moveTo>
                <a:cubicBezTo>
                  <a:pt x="669106" y="3181182"/>
                  <a:pt x="1467287" y="3235183"/>
                  <a:pt x="2007317" y="3158621"/>
                </a:cubicBezTo>
                <a:cubicBezTo>
                  <a:pt x="2547347" y="3082059"/>
                  <a:pt x="2917813" y="2983907"/>
                  <a:pt x="3240179" y="2733093"/>
                </a:cubicBezTo>
                <a:cubicBezTo>
                  <a:pt x="3562545" y="2482279"/>
                  <a:pt x="3975962" y="2072092"/>
                  <a:pt x="4253609" y="1770524"/>
                </a:cubicBezTo>
                <a:cubicBezTo>
                  <a:pt x="4469056" y="1539004"/>
                  <a:pt x="5775130" y="227561"/>
                  <a:pt x="5965076" y="0"/>
                </a:cubicBezTo>
              </a:path>
            </a:pathLst>
          </a:cu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975094D-57B3-E698-3D31-36646E74A3A6}"/>
              </a:ext>
            </a:extLst>
          </p:cNvPr>
          <p:cNvCxnSpPr>
            <a:cxnSpLocks/>
          </p:cNvCxnSpPr>
          <p:nvPr/>
        </p:nvCxnSpPr>
        <p:spPr>
          <a:xfrm>
            <a:off x="1418601" y="4543589"/>
            <a:ext cx="346317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4FB5493-2D24-B66E-0333-5FE990033667}"/>
              </a:ext>
            </a:extLst>
          </p:cNvPr>
          <p:cNvCxnSpPr>
            <a:cxnSpLocks/>
          </p:cNvCxnSpPr>
          <p:nvPr/>
        </p:nvCxnSpPr>
        <p:spPr>
          <a:xfrm flipH="1">
            <a:off x="4881780" y="679336"/>
            <a:ext cx="3805269" cy="386425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2AA6ADE7-3603-65C1-9205-483BAF0C309F}"/>
              </a:ext>
            </a:extLst>
          </p:cNvPr>
          <p:cNvCxnSpPr>
            <a:cxnSpLocks/>
          </p:cNvCxnSpPr>
          <p:nvPr/>
        </p:nvCxnSpPr>
        <p:spPr>
          <a:xfrm rot="16200000" flipH="1">
            <a:off x="2343685" y="3937859"/>
            <a:ext cx="880217" cy="222191"/>
          </a:xfrm>
          <a:prstGeom prst="bentConnector3">
            <a:avLst>
              <a:gd name="adj1" fmla="val 48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FA2D6E4-351D-8B06-AC75-CF5470B66310}"/>
              </a:ext>
            </a:extLst>
          </p:cNvPr>
          <p:cNvCxnSpPr>
            <a:cxnSpLocks/>
          </p:cNvCxnSpPr>
          <p:nvPr/>
        </p:nvCxnSpPr>
        <p:spPr>
          <a:xfrm>
            <a:off x="4881780" y="4543588"/>
            <a:ext cx="0" cy="101972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9D08750-C3FE-AF5D-F14F-6D535022E33A}"/>
                  </a:ext>
                </a:extLst>
              </p:cNvPr>
              <p:cNvSpPr txBox="1"/>
              <p:nvPr/>
            </p:nvSpPr>
            <p:spPr>
              <a:xfrm>
                <a:off x="4418177" y="5211616"/>
                <a:ext cx="138441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̇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9D08750-C3FE-AF5D-F14F-6D535022E3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177" y="5211616"/>
                <a:ext cx="1384418" cy="307777"/>
              </a:xfrm>
              <a:prstGeom prst="rect">
                <a:avLst/>
              </a:prstGeom>
              <a:blipFill>
                <a:blip r:embed="rId5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CFB3086D-8D3F-42F0-3E51-35201FBFA3FD}"/>
              </a:ext>
            </a:extLst>
          </p:cNvPr>
          <p:cNvCxnSpPr>
            <a:cxnSpLocks/>
          </p:cNvCxnSpPr>
          <p:nvPr/>
        </p:nvCxnSpPr>
        <p:spPr>
          <a:xfrm flipV="1">
            <a:off x="6505480" y="1537761"/>
            <a:ext cx="1224191" cy="222192"/>
          </a:xfrm>
          <a:prstGeom prst="bentConnector3">
            <a:avLst>
              <a:gd name="adj1" fmla="val 78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4280D0A-870D-A661-DEA9-8BDB54B2F4E7}"/>
              </a:ext>
            </a:extLst>
          </p:cNvPr>
          <p:cNvSpPr txBox="1"/>
          <p:nvPr/>
        </p:nvSpPr>
        <p:spPr>
          <a:xfrm>
            <a:off x="5556904" y="1814479"/>
            <a:ext cx="1739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Power-Law Region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DB471EF-92D5-AC44-A145-4F7C10D78AD5}"/>
                  </a:ext>
                </a:extLst>
              </p:cNvPr>
              <p:cNvSpPr txBox="1"/>
              <p:nvPr/>
            </p:nvSpPr>
            <p:spPr>
              <a:xfrm>
                <a:off x="1418601" y="91427"/>
                <a:ext cx="721832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Carreau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Rheology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Shear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Thickening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Fluids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DB471EF-92D5-AC44-A145-4F7C10D78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601" y="91427"/>
                <a:ext cx="7218323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2273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46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Cade Reinberger</dc:creator>
  <cp:lastModifiedBy>Cade Reinberger</cp:lastModifiedBy>
  <cp:revision>4</cp:revision>
  <dcterms:created xsi:type="dcterms:W3CDTF">2026-03-25T08:26:17Z</dcterms:created>
  <dcterms:modified xsi:type="dcterms:W3CDTF">2026-04-22T04:24:47Z</dcterms:modified>
</cp:coreProperties>
</file>